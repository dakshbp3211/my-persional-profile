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Montserrat Bold" panose="00000800000000000000" charset="0"/>
      <p:regular r:id="rId8"/>
    </p:embeddedFont>
    <p:embeddedFont>
      <p:font typeface="Montserrat Medium" panose="00000600000000000000" pitchFamily="2" charset="0"/>
      <p:regular r:id="rId9"/>
      <p:italic r:id="rId10"/>
    </p:embeddedFont>
    <p:embeddedFont>
      <p:font typeface="Montserrat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22" autoAdjust="0"/>
  </p:normalViewPr>
  <p:slideViewPr>
    <p:cSldViewPr>
      <p:cViewPr>
        <p:scale>
          <a:sx n="125" d="100"/>
          <a:sy n="125" d="100"/>
        </p:scale>
        <p:origin x="228" y="-67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73DA5-0DAE-4229-961B-2179D59951A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A2E23-2B9D-40E6-A447-F8AE9308B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3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A2E23-2B9D-40E6-A447-F8AE9308BF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3307E59-0BB5-8B43-2B03-93AAFC271A7B}"/>
              </a:ext>
            </a:extLst>
          </p:cNvPr>
          <p:cNvSpPr/>
          <p:nvPr/>
        </p:nvSpPr>
        <p:spPr>
          <a:xfrm>
            <a:off x="0" y="-66761"/>
            <a:ext cx="7816848" cy="200386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29094" y="8578651"/>
            <a:ext cx="1593711" cy="207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spc="51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78250" y="2111994"/>
            <a:ext cx="1666304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spc="51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Profile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2503" y="4138907"/>
            <a:ext cx="1666304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spc="51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3481" y="4800332"/>
            <a:ext cx="1946043" cy="16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78" b="1" spc="-2" dirty="0">
                <a:solidFill>
                  <a:srgbClr val="3331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Industrial Training Institute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9371" y="4534617"/>
            <a:ext cx="1726353" cy="2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999" b="1" spc="-2" dirty="0">
                <a:solidFill>
                  <a:srgbClr val="33313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ITI - ICTSM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408" y="5323216"/>
            <a:ext cx="1809613" cy="166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80" b="1" spc="-2" dirty="0">
                <a:solidFill>
                  <a:srgbClr val="333132"/>
                </a:solidFill>
                <a:latin typeface="Montserrat Medium" panose="00000600000000000000" pitchFamily="2" charset="0"/>
                <a:ea typeface="Montserrat Semi-Bold"/>
                <a:cs typeface="Montserrat Semi-Bold"/>
                <a:sym typeface="Montserrat Semi-Bold"/>
              </a:rPr>
              <a:t>HSC – D.D. Choksi Vidyalaya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6247" y="5758282"/>
            <a:ext cx="1795942" cy="2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980" b="1" spc="-2" dirty="0">
                <a:solidFill>
                  <a:srgbClr val="333132"/>
                </a:solidFill>
                <a:latin typeface="Montserrat Medium" panose="00000600000000000000" pitchFamily="2" charset="0"/>
                <a:ea typeface="Montserrat Semi-Bold"/>
                <a:cs typeface="Montserrat Semi-Bold"/>
                <a:sym typeface="Montserrat Semi-Bold"/>
              </a:rPr>
              <a:t>SSC - GSEB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483" y="4973588"/>
            <a:ext cx="996580" cy="1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879" spc="41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2022 - 2024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0341" y="5481762"/>
            <a:ext cx="996580" cy="1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879" spc="41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2024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0341" y="5933870"/>
            <a:ext cx="996580" cy="1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879" spc="41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2017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3646" y="6500055"/>
            <a:ext cx="1666304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spc="51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692500" y="2337885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AutoShape 20"/>
          <p:cNvSpPr/>
          <p:nvPr/>
        </p:nvSpPr>
        <p:spPr>
          <a:xfrm>
            <a:off x="452503" y="4409563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391553" y="6745754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374808" y="2445563"/>
            <a:ext cx="240885" cy="24088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132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61961" tIns="61961" rIns="61961" bIns="61961" rtlCol="0" anchor="ctr"/>
            <a:lstStyle/>
            <a:p>
              <a:pPr algn="ctr">
                <a:lnSpc>
                  <a:spcPts val="336"/>
                </a:lnSpc>
              </a:pPr>
              <a:endParaRPr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429094" y="2506893"/>
            <a:ext cx="106105" cy="115480"/>
            <a:chOff x="0" y="0"/>
            <a:chExt cx="173990" cy="18935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3863" cy="189357"/>
            </a:xfrm>
            <a:custGeom>
              <a:avLst/>
              <a:gdLst/>
              <a:ahLst/>
              <a:cxnLst/>
              <a:rect l="l" t="t" r="r" b="b"/>
              <a:pathLst>
                <a:path w="173863" h="189357">
                  <a:moveTo>
                    <a:pt x="65278" y="55626"/>
                  </a:moveTo>
                  <a:cubicBezTo>
                    <a:pt x="75565" y="43561"/>
                    <a:pt x="64389" y="27813"/>
                    <a:pt x="57404" y="17018"/>
                  </a:cubicBezTo>
                  <a:cubicBezTo>
                    <a:pt x="53467" y="10795"/>
                    <a:pt x="47752" y="1905"/>
                    <a:pt x="39624" y="889"/>
                  </a:cubicBezTo>
                  <a:cubicBezTo>
                    <a:pt x="32004" y="0"/>
                    <a:pt x="25019" y="8509"/>
                    <a:pt x="19939" y="13208"/>
                  </a:cubicBezTo>
                  <a:cubicBezTo>
                    <a:pt x="7747" y="24384"/>
                    <a:pt x="889" y="38862"/>
                    <a:pt x="127" y="55372"/>
                  </a:cubicBezTo>
                  <a:cubicBezTo>
                    <a:pt x="254" y="57277"/>
                    <a:pt x="254" y="60325"/>
                    <a:pt x="0" y="57531"/>
                  </a:cubicBezTo>
                  <a:cubicBezTo>
                    <a:pt x="1270" y="67437"/>
                    <a:pt x="2286" y="76835"/>
                    <a:pt x="5842" y="86233"/>
                  </a:cubicBezTo>
                  <a:cubicBezTo>
                    <a:pt x="9017" y="95123"/>
                    <a:pt x="13462" y="103251"/>
                    <a:pt x="18542" y="111125"/>
                  </a:cubicBezTo>
                  <a:cubicBezTo>
                    <a:pt x="29464" y="127635"/>
                    <a:pt x="42164" y="143637"/>
                    <a:pt x="57150" y="156845"/>
                  </a:cubicBezTo>
                  <a:cubicBezTo>
                    <a:pt x="71755" y="169799"/>
                    <a:pt x="88265" y="181483"/>
                    <a:pt x="107696" y="185674"/>
                  </a:cubicBezTo>
                  <a:cubicBezTo>
                    <a:pt x="125984" y="189357"/>
                    <a:pt x="143891" y="185547"/>
                    <a:pt x="158242" y="173609"/>
                  </a:cubicBezTo>
                  <a:cubicBezTo>
                    <a:pt x="163449" y="169291"/>
                    <a:pt x="173101" y="163195"/>
                    <a:pt x="173482" y="155702"/>
                  </a:cubicBezTo>
                  <a:cubicBezTo>
                    <a:pt x="173863" y="148209"/>
                    <a:pt x="167894" y="142240"/>
                    <a:pt x="162814" y="137795"/>
                  </a:cubicBezTo>
                  <a:cubicBezTo>
                    <a:pt x="151892" y="128016"/>
                    <a:pt x="135890" y="111887"/>
                    <a:pt x="121158" y="123698"/>
                  </a:cubicBezTo>
                  <a:cubicBezTo>
                    <a:pt x="115443" y="128397"/>
                    <a:pt x="109347" y="137160"/>
                    <a:pt x="101600" y="138430"/>
                  </a:cubicBezTo>
                  <a:cubicBezTo>
                    <a:pt x="93853" y="139700"/>
                    <a:pt x="86487" y="134112"/>
                    <a:pt x="81026" y="129667"/>
                  </a:cubicBezTo>
                  <a:cubicBezTo>
                    <a:pt x="68707" y="119634"/>
                    <a:pt x="56515" y="105918"/>
                    <a:pt x="49276" y="91567"/>
                  </a:cubicBezTo>
                  <a:cubicBezTo>
                    <a:pt x="46228" y="85217"/>
                    <a:pt x="43434" y="76962"/>
                    <a:pt x="48006" y="70612"/>
                  </a:cubicBezTo>
                  <a:cubicBezTo>
                    <a:pt x="52578" y="64389"/>
                    <a:pt x="60325" y="61468"/>
                    <a:pt x="65278" y="55499"/>
                  </a:cubicBez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752259" y="2485154"/>
            <a:ext cx="881004" cy="1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00" spc="12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+91 9724884061 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420277" y="3054411"/>
            <a:ext cx="149947" cy="153117"/>
            <a:chOff x="0" y="0"/>
            <a:chExt cx="318973" cy="325717"/>
          </a:xfrm>
        </p:grpSpPr>
        <p:sp>
          <p:nvSpPr>
            <p:cNvPr id="32" name="Freeform 32"/>
            <p:cNvSpPr/>
            <p:nvPr/>
          </p:nvSpPr>
          <p:spPr>
            <a:xfrm>
              <a:off x="177927" y="210058"/>
              <a:ext cx="46355" cy="52070"/>
            </a:xfrm>
            <a:custGeom>
              <a:avLst/>
              <a:gdLst/>
              <a:ahLst/>
              <a:cxnLst/>
              <a:rect l="l" t="t" r="r" b="b"/>
              <a:pathLst>
                <a:path w="46355" h="52070">
                  <a:moveTo>
                    <a:pt x="41783" y="22352"/>
                  </a:moveTo>
                  <a:lnTo>
                    <a:pt x="24384" y="27305"/>
                  </a:lnTo>
                  <a:lnTo>
                    <a:pt x="34417" y="42164"/>
                  </a:lnTo>
                  <a:lnTo>
                    <a:pt x="36449" y="45212"/>
                  </a:lnTo>
                  <a:lnTo>
                    <a:pt x="23749" y="45212"/>
                  </a:lnTo>
                  <a:lnTo>
                    <a:pt x="23368" y="44450"/>
                  </a:lnTo>
                  <a:lnTo>
                    <a:pt x="15494" y="33401"/>
                  </a:lnTo>
                  <a:lnTo>
                    <a:pt x="4445" y="48260"/>
                  </a:lnTo>
                  <a:lnTo>
                    <a:pt x="1905" y="52070"/>
                  </a:lnTo>
                  <a:lnTo>
                    <a:pt x="1143" y="47625"/>
                  </a:lnTo>
                  <a:lnTo>
                    <a:pt x="254" y="3683"/>
                  </a:lnTo>
                  <a:lnTo>
                    <a:pt x="0" y="0"/>
                  </a:lnTo>
                  <a:lnTo>
                    <a:pt x="3175" y="1778"/>
                  </a:lnTo>
                  <a:lnTo>
                    <a:pt x="42418" y="19177"/>
                  </a:lnTo>
                  <a:lnTo>
                    <a:pt x="46355" y="21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63500" y="63500"/>
              <a:ext cx="192024" cy="194945"/>
            </a:xfrm>
            <a:custGeom>
              <a:avLst/>
              <a:gdLst/>
              <a:ahLst/>
              <a:cxnLst/>
              <a:rect l="l" t="t" r="r" b="b"/>
              <a:pathLst>
                <a:path w="192024" h="194945">
                  <a:moveTo>
                    <a:pt x="116713" y="114300"/>
                  </a:moveTo>
                  <a:cubicBezTo>
                    <a:pt x="104013" y="104775"/>
                    <a:pt x="93472" y="91694"/>
                    <a:pt x="85471" y="75311"/>
                  </a:cubicBezTo>
                  <a:cubicBezTo>
                    <a:pt x="109220" y="60833"/>
                    <a:pt x="129921" y="43942"/>
                    <a:pt x="141351" y="29464"/>
                  </a:cubicBezTo>
                  <a:cubicBezTo>
                    <a:pt x="152654" y="37338"/>
                    <a:pt x="162179" y="48260"/>
                    <a:pt x="168402" y="60960"/>
                  </a:cubicBezTo>
                  <a:cubicBezTo>
                    <a:pt x="159766" y="79121"/>
                    <a:pt x="142113" y="97409"/>
                    <a:pt x="116713" y="114173"/>
                  </a:cubicBezTo>
                  <a:moveTo>
                    <a:pt x="36449" y="152908"/>
                  </a:moveTo>
                  <a:cubicBezTo>
                    <a:pt x="24765" y="139954"/>
                    <a:pt x="17653" y="123952"/>
                    <a:pt x="15875" y="106172"/>
                  </a:cubicBezTo>
                  <a:cubicBezTo>
                    <a:pt x="33528" y="101727"/>
                    <a:pt x="53086" y="93853"/>
                    <a:pt x="72771" y="83058"/>
                  </a:cubicBezTo>
                  <a:cubicBezTo>
                    <a:pt x="80645" y="99060"/>
                    <a:pt x="91186" y="112522"/>
                    <a:pt x="103632" y="122936"/>
                  </a:cubicBezTo>
                  <a:cubicBezTo>
                    <a:pt x="83947" y="134112"/>
                    <a:pt x="61468" y="144145"/>
                    <a:pt x="36449" y="153035"/>
                  </a:cubicBezTo>
                  <a:moveTo>
                    <a:pt x="29337" y="51435"/>
                  </a:moveTo>
                  <a:cubicBezTo>
                    <a:pt x="35306" y="55499"/>
                    <a:pt x="42672" y="57150"/>
                    <a:pt x="50800" y="56388"/>
                  </a:cubicBezTo>
                  <a:cubicBezTo>
                    <a:pt x="53975" y="56007"/>
                    <a:pt x="57912" y="54991"/>
                    <a:pt x="61468" y="53467"/>
                  </a:cubicBezTo>
                  <a:cubicBezTo>
                    <a:pt x="63119" y="59436"/>
                    <a:pt x="64643" y="64643"/>
                    <a:pt x="66675" y="69342"/>
                  </a:cubicBezTo>
                  <a:cubicBezTo>
                    <a:pt x="49149" y="79121"/>
                    <a:pt x="31623" y="86360"/>
                    <a:pt x="15748" y="90805"/>
                  </a:cubicBezTo>
                  <a:cubicBezTo>
                    <a:pt x="16891" y="76581"/>
                    <a:pt x="21590" y="62865"/>
                    <a:pt x="29337" y="51562"/>
                  </a:cubicBezTo>
                  <a:moveTo>
                    <a:pt x="71628" y="19812"/>
                  </a:moveTo>
                  <a:cubicBezTo>
                    <a:pt x="72390" y="22225"/>
                    <a:pt x="72771" y="24384"/>
                    <a:pt x="71755" y="26797"/>
                  </a:cubicBezTo>
                  <a:cubicBezTo>
                    <a:pt x="68961" y="33909"/>
                    <a:pt x="58928" y="40640"/>
                    <a:pt x="49149" y="41656"/>
                  </a:cubicBezTo>
                  <a:cubicBezTo>
                    <a:pt x="46482" y="41783"/>
                    <a:pt x="42672" y="41656"/>
                    <a:pt x="39116" y="39751"/>
                  </a:cubicBezTo>
                  <a:cubicBezTo>
                    <a:pt x="48006" y="30861"/>
                    <a:pt x="59055" y="23876"/>
                    <a:pt x="71628" y="19812"/>
                  </a:cubicBezTo>
                  <a:moveTo>
                    <a:pt x="85090" y="32385"/>
                  </a:moveTo>
                  <a:cubicBezTo>
                    <a:pt x="87503" y="26924"/>
                    <a:pt x="87503" y="21590"/>
                    <a:pt x="86106" y="16002"/>
                  </a:cubicBezTo>
                  <a:cubicBezTo>
                    <a:pt x="89408" y="15748"/>
                    <a:pt x="92710" y="15113"/>
                    <a:pt x="96139" y="15113"/>
                  </a:cubicBezTo>
                  <a:cubicBezTo>
                    <a:pt x="106807" y="15113"/>
                    <a:pt x="117602" y="17780"/>
                    <a:pt x="127889" y="22479"/>
                  </a:cubicBezTo>
                  <a:cubicBezTo>
                    <a:pt x="117602" y="34798"/>
                    <a:pt x="100330" y="48768"/>
                    <a:pt x="79629" y="61595"/>
                  </a:cubicBezTo>
                  <a:cubicBezTo>
                    <a:pt x="77851" y="56388"/>
                    <a:pt x="76200" y="51054"/>
                    <a:pt x="74803" y="45466"/>
                  </a:cubicBezTo>
                  <a:cubicBezTo>
                    <a:pt x="79883" y="41275"/>
                    <a:pt x="83312" y="36957"/>
                    <a:pt x="85090" y="32385"/>
                  </a:cubicBezTo>
                  <a:moveTo>
                    <a:pt x="96139" y="0"/>
                  </a:moveTo>
                  <a:cubicBezTo>
                    <a:pt x="43053" y="0"/>
                    <a:pt x="0" y="43815"/>
                    <a:pt x="0" y="97536"/>
                  </a:cubicBezTo>
                  <a:cubicBezTo>
                    <a:pt x="0" y="151257"/>
                    <a:pt x="43053" y="194945"/>
                    <a:pt x="96139" y="194945"/>
                  </a:cubicBezTo>
                  <a:cubicBezTo>
                    <a:pt x="99187" y="194945"/>
                    <a:pt x="101981" y="194691"/>
                    <a:pt x="104394" y="194691"/>
                  </a:cubicBezTo>
                  <a:lnTo>
                    <a:pt x="106299" y="194437"/>
                  </a:lnTo>
                  <a:lnTo>
                    <a:pt x="106045" y="192532"/>
                  </a:lnTo>
                  <a:lnTo>
                    <a:pt x="104521" y="180975"/>
                  </a:lnTo>
                  <a:lnTo>
                    <a:pt x="104267" y="179324"/>
                  </a:lnTo>
                  <a:lnTo>
                    <a:pt x="102489" y="179324"/>
                  </a:lnTo>
                  <a:cubicBezTo>
                    <a:pt x="101346" y="179451"/>
                    <a:pt x="100711" y="179578"/>
                    <a:pt x="99949" y="179705"/>
                  </a:cubicBezTo>
                  <a:cubicBezTo>
                    <a:pt x="98425" y="179705"/>
                    <a:pt x="97155" y="179959"/>
                    <a:pt x="96139" y="179959"/>
                  </a:cubicBezTo>
                  <a:cubicBezTo>
                    <a:pt x="79121" y="179959"/>
                    <a:pt x="63119" y="174244"/>
                    <a:pt x="49149" y="163957"/>
                  </a:cubicBezTo>
                  <a:cubicBezTo>
                    <a:pt x="109220" y="141986"/>
                    <a:pt x="153162" y="112141"/>
                    <a:pt x="174879" y="79502"/>
                  </a:cubicBezTo>
                  <a:cubicBezTo>
                    <a:pt x="176276" y="85852"/>
                    <a:pt x="177292" y="92075"/>
                    <a:pt x="177292" y="97536"/>
                  </a:cubicBezTo>
                  <a:cubicBezTo>
                    <a:pt x="177292" y="117475"/>
                    <a:pt x="169926" y="136779"/>
                    <a:pt x="156464" y="152019"/>
                  </a:cubicBezTo>
                  <a:lnTo>
                    <a:pt x="155067" y="153670"/>
                  </a:lnTo>
                  <a:lnTo>
                    <a:pt x="156972" y="154813"/>
                  </a:lnTo>
                  <a:lnTo>
                    <a:pt x="166878" y="161036"/>
                  </a:lnTo>
                  <a:lnTo>
                    <a:pt x="168021" y="161798"/>
                  </a:lnTo>
                  <a:lnTo>
                    <a:pt x="169037" y="160528"/>
                  </a:lnTo>
                  <a:cubicBezTo>
                    <a:pt x="184023" y="143002"/>
                    <a:pt x="192024" y="120650"/>
                    <a:pt x="192024" y="97536"/>
                  </a:cubicBezTo>
                  <a:cubicBezTo>
                    <a:pt x="192024" y="43815"/>
                    <a:pt x="148844" y="0"/>
                    <a:pt x="96139" y="0"/>
                  </a:cubicBez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374808" y="2722693"/>
            <a:ext cx="240885" cy="24088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132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61961" tIns="61961" rIns="61961" bIns="61961" rtlCol="0" anchor="ctr"/>
            <a:lstStyle/>
            <a:p>
              <a:pPr algn="ctr">
                <a:lnSpc>
                  <a:spcPts val="336"/>
                </a:lnSpc>
              </a:pPr>
              <a:endParaRPr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443203" y="2802246"/>
            <a:ext cx="104095" cy="81777"/>
            <a:chOff x="0" y="0"/>
            <a:chExt cx="170688" cy="13408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0688" cy="134112"/>
            </a:xfrm>
            <a:custGeom>
              <a:avLst/>
              <a:gdLst/>
              <a:ahLst/>
              <a:cxnLst/>
              <a:rect l="l" t="t" r="r" b="b"/>
              <a:pathLst>
                <a:path w="170688" h="134112">
                  <a:moveTo>
                    <a:pt x="16383" y="41275"/>
                  </a:moveTo>
                  <a:cubicBezTo>
                    <a:pt x="18542" y="42799"/>
                    <a:pt x="25019" y="47371"/>
                    <a:pt x="35941" y="54864"/>
                  </a:cubicBezTo>
                  <a:cubicBezTo>
                    <a:pt x="41783" y="58928"/>
                    <a:pt x="46863" y="62484"/>
                    <a:pt x="51308" y="65532"/>
                  </a:cubicBezTo>
                  <a:cubicBezTo>
                    <a:pt x="54991" y="68199"/>
                    <a:pt x="58293" y="70358"/>
                    <a:pt x="60960" y="72263"/>
                  </a:cubicBezTo>
                  <a:cubicBezTo>
                    <a:pt x="61214" y="72517"/>
                    <a:pt x="61722" y="72771"/>
                    <a:pt x="62357" y="73279"/>
                  </a:cubicBezTo>
                  <a:cubicBezTo>
                    <a:pt x="62992" y="73787"/>
                    <a:pt x="63881" y="74422"/>
                    <a:pt x="65024" y="75184"/>
                  </a:cubicBezTo>
                  <a:cubicBezTo>
                    <a:pt x="67056" y="76708"/>
                    <a:pt x="68834" y="77851"/>
                    <a:pt x="70104" y="78867"/>
                  </a:cubicBezTo>
                  <a:cubicBezTo>
                    <a:pt x="71374" y="79883"/>
                    <a:pt x="73152" y="80772"/>
                    <a:pt x="75057" y="81915"/>
                  </a:cubicBezTo>
                  <a:cubicBezTo>
                    <a:pt x="76962" y="83058"/>
                    <a:pt x="78867" y="83947"/>
                    <a:pt x="80518" y="84455"/>
                  </a:cubicBezTo>
                  <a:cubicBezTo>
                    <a:pt x="82169" y="84963"/>
                    <a:pt x="83820" y="85344"/>
                    <a:pt x="85217" y="85344"/>
                  </a:cubicBezTo>
                  <a:lnTo>
                    <a:pt x="85471" y="85344"/>
                  </a:lnTo>
                  <a:cubicBezTo>
                    <a:pt x="86868" y="85344"/>
                    <a:pt x="88519" y="85090"/>
                    <a:pt x="90170" y="84455"/>
                  </a:cubicBezTo>
                  <a:cubicBezTo>
                    <a:pt x="91821" y="83820"/>
                    <a:pt x="93726" y="83058"/>
                    <a:pt x="95631" y="81915"/>
                  </a:cubicBezTo>
                  <a:cubicBezTo>
                    <a:pt x="97536" y="80772"/>
                    <a:pt x="99187" y="79756"/>
                    <a:pt x="100584" y="78867"/>
                  </a:cubicBezTo>
                  <a:cubicBezTo>
                    <a:pt x="101981" y="77978"/>
                    <a:pt x="103632" y="76708"/>
                    <a:pt x="105791" y="75184"/>
                  </a:cubicBezTo>
                  <a:cubicBezTo>
                    <a:pt x="106807" y="74422"/>
                    <a:pt x="107696" y="73787"/>
                    <a:pt x="108458" y="73279"/>
                  </a:cubicBezTo>
                  <a:cubicBezTo>
                    <a:pt x="109220" y="72771"/>
                    <a:pt x="109601" y="72517"/>
                    <a:pt x="109855" y="72263"/>
                  </a:cubicBezTo>
                  <a:cubicBezTo>
                    <a:pt x="111887" y="70866"/>
                    <a:pt x="115189" y="68580"/>
                    <a:pt x="119507" y="65532"/>
                  </a:cubicBezTo>
                  <a:cubicBezTo>
                    <a:pt x="127381" y="60071"/>
                    <a:pt x="139065" y="51943"/>
                    <a:pt x="154432" y="41275"/>
                  </a:cubicBezTo>
                  <a:cubicBezTo>
                    <a:pt x="159004" y="37973"/>
                    <a:pt x="162941" y="34163"/>
                    <a:pt x="165989" y="29591"/>
                  </a:cubicBezTo>
                  <a:cubicBezTo>
                    <a:pt x="169037" y="25019"/>
                    <a:pt x="170688" y="20193"/>
                    <a:pt x="170688" y="15240"/>
                  </a:cubicBezTo>
                  <a:cubicBezTo>
                    <a:pt x="170688" y="11049"/>
                    <a:pt x="169164" y="7493"/>
                    <a:pt x="166116" y="4445"/>
                  </a:cubicBezTo>
                  <a:cubicBezTo>
                    <a:pt x="163068" y="1397"/>
                    <a:pt x="159639" y="0"/>
                    <a:pt x="155448" y="0"/>
                  </a:cubicBezTo>
                  <a:lnTo>
                    <a:pt x="15240" y="0"/>
                  </a:lnTo>
                  <a:cubicBezTo>
                    <a:pt x="10414" y="0"/>
                    <a:pt x="6604" y="1651"/>
                    <a:pt x="3937" y="4953"/>
                  </a:cubicBezTo>
                  <a:cubicBezTo>
                    <a:pt x="1270" y="8255"/>
                    <a:pt x="0" y="12319"/>
                    <a:pt x="0" y="17272"/>
                  </a:cubicBezTo>
                  <a:cubicBezTo>
                    <a:pt x="0" y="21209"/>
                    <a:pt x="1778" y="25654"/>
                    <a:pt x="5207" y="30226"/>
                  </a:cubicBezTo>
                  <a:cubicBezTo>
                    <a:pt x="8636" y="34798"/>
                    <a:pt x="12446" y="38608"/>
                    <a:pt x="16383" y="41275"/>
                  </a:cubicBezTo>
                  <a:moveTo>
                    <a:pt x="128016" y="74168"/>
                  </a:moveTo>
                  <a:lnTo>
                    <a:pt x="170688" y="116840"/>
                  </a:lnTo>
                  <a:lnTo>
                    <a:pt x="170688" y="43180"/>
                  </a:lnTo>
                  <a:cubicBezTo>
                    <a:pt x="167894" y="46228"/>
                    <a:pt x="164719" y="49022"/>
                    <a:pt x="161163" y="51435"/>
                  </a:cubicBezTo>
                  <a:cubicBezTo>
                    <a:pt x="148209" y="60198"/>
                    <a:pt x="137160" y="67818"/>
                    <a:pt x="128016" y="74168"/>
                  </a:cubicBezTo>
                  <a:moveTo>
                    <a:pt x="9652" y="51562"/>
                  </a:moveTo>
                  <a:cubicBezTo>
                    <a:pt x="5969" y="49149"/>
                    <a:pt x="2794" y="46355"/>
                    <a:pt x="0" y="43180"/>
                  </a:cubicBezTo>
                  <a:lnTo>
                    <a:pt x="0" y="116840"/>
                  </a:lnTo>
                  <a:lnTo>
                    <a:pt x="42672" y="74168"/>
                  </a:lnTo>
                  <a:cubicBezTo>
                    <a:pt x="34036" y="68199"/>
                    <a:pt x="23114" y="60706"/>
                    <a:pt x="9652" y="51562"/>
                  </a:cubicBezTo>
                  <a:moveTo>
                    <a:pt x="113792" y="84455"/>
                  </a:moveTo>
                  <a:cubicBezTo>
                    <a:pt x="110109" y="87122"/>
                    <a:pt x="107188" y="89154"/>
                    <a:pt x="105029" y="90678"/>
                  </a:cubicBezTo>
                  <a:cubicBezTo>
                    <a:pt x="102870" y="92202"/>
                    <a:pt x="99822" y="93726"/>
                    <a:pt x="96012" y="95250"/>
                  </a:cubicBezTo>
                  <a:cubicBezTo>
                    <a:pt x="92202" y="96774"/>
                    <a:pt x="88773" y="97536"/>
                    <a:pt x="85598" y="97536"/>
                  </a:cubicBezTo>
                  <a:lnTo>
                    <a:pt x="85217" y="97536"/>
                  </a:lnTo>
                  <a:cubicBezTo>
                    <a:pt x="81915" y="97536"/>
                    <a:pt x="78486" y="96774"/>
                    <a:pt x="74803" y="95250"/>
                  </a:cubicBezTo>
                  <a:cubicBezTo>
                    <a:pt x="71120" y="93726"/>
                    <a:pt x="68072" y="92202"/>
                    <a:pt x="65786" y="90678"/>
                  </a:cubicBezTo>
                  <a:cubicBezTo>
                    <a:pt x="63500" y="89154"/>
                    <a:pt x="60579" y="87122"/>
                    <a:pt x="57023" y="84455"/>
                  </a:cubicBezTo>
                  <a:cubicBezTo>
                    <a:pt x="56007" y="83693"/>
                    <a:pt x="54864" y="82931"/>
                    <a:pt x="53721" y="82042"/>
                  </a:cubicBezTo>
                  <a:lnTo>
                    <a:pt x="5207" y="130302"/>
                  </a:lnTo>
                  <a:cubicBezTo>
                    <a:pt x="8001" y="132842"/>
                    <a:pt x="11303" y="134112"/>
                    <a:pt x="15240" y="134112"/>
                  </a:cubicBezTo>
                  <a:lnTo>
                    <a:pt x="155448" y="134112"/>
                  </a:lnTo>
                  <a:cubicBezTo>
                    <a:pt x="159258" y="134112"/>
                    <a:pt x="162560" y="132842"/>
                    <a:pt x="165481" y="130302"/>
                  </a:cubicBezTo>
                  <a:lnTo>
                    <a:pt x="117094" y="81915"/>
                  </a:lnTo>
                  <a:cubicBezTo>
                    <a:pt x="115951" y="82804"/>
                    <a:pt x="114808" y="83566"/>
                    <a:pt x="113792" y="84328"/>
                  </a:cubicBez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752259" y="2772989"/>
            <a:ext cx="1486817" cy="1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lang="en-US" sz="800" spc="12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daksh3211@gmail.com</a:t>
            </a:r>
          </a:p>
        </p:txBody>
      </p: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455302" y="3354875"/>
            <a:ext cx="79897" cy="127858"/>
            <a:chOff x="0" y="0"/>
            <a:chExt cx="150368" cy="24061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0368" cy="240538"/>
            </a:xfrm>
            <a:custGeom>
              <a:avLst/>
              <a:gdLst/>
              <a:ahLst/>
              <a:cxnLst/>
              <a:rect l="l" t="t" r="r" b="b"/>
              <a:pathLst>
                <a:path w="150368" h="240538">
                  <a:moveTo>
                    <a:pt x="45212" y="75184"/>
                  </a:moveTo>
                  <a:cubicBezTo>
                    <a:pt x="45212" y="58547"/>
                    <a:pt x="58674" y="45085"/>
                    <a:pt x="75311" y="45085"/>
                  </a:cubicBezTo>
                  <a:cubicBezTo>
                    <a:pt x="91948" y="45085"/>
                    <a:pt x="105283" y="58547"/>
                    <a:pt x="105283" y="75184"/>
                  </a:cubicBezTo>
                  <a:cubicBezTo>
                    <a:pt x="105283" y="91694"/>
                    <a:pt x="91948" y="105283"/>
                    <a:pt x="75184" y="105283"/>
                  </a:cubicBezTo>
                  <a:cubicBezTo>
                    <a:pt x="58420" y="105283"/>
                    <a:pt x="45212" y="91694"/>
                    <a:pt x="45212" y="75184"/>
                  </a:cubicBezTo>
                  <a:moveTo>
                    <a:pt x="0" y="75184"/>
                  </a:moveTo>
                  <a:cubicBezTo>
                    <a:pt x="0" y="146558"/>
                    <a:pt x="63881" y="161671"/>
                    <a:pt x="75184" y="240538"/>
                  </a:cubicBezTo>
                  <a:cubicBezTo>
                    <a:pt x="86360" y="161544"/>
                    <a:pt x="150368" y="146558"/>
                    <a:pt x="150368" y="75184"/>
                  </a:cubicBezTo>
                  <a:cubicBezTo>
                    <a:pt x="150368" y="33655"/>
                    <a:pt x="116713" y="0"/>
                    <a:pt x="75184" y="0"/>
                  </a:cubicBezTo>
                  <a:cubicBezTo>
                    <a:pt x="33655" y="0"/>
                    <a:pt x="0" y="33655"/>
                    <a:pt x="0" y="75184"/>
                  </a:cubicBez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449386" y="2078668"/>
            <a:ext cx="166630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spc="55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Contacts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91553" y="2337885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TextBox 49"/>
          <p:cNvSpPr txBox="1"/>
          <p:nvPr/>
        </p:nvSpPr>
        <p:spPr>
          <a:xfrm>
            <a:off x="3063501" y="1215172"/>
            <a:ext cx="2575913" cy="182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  <a:spcBef>
                <a:spcPct val="0"/>
              </a:spcBef>
            </a:pPr>
            <a:r>
              <a:rPr lang="en-US" spc="60" dirty="0">
                <a:solidFill>
                  <a:srgbClr val="3331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</a:t>
            </a:r>
            <a:r>
              <a:rPr lang="en-US" b="1" spc="60" dirty="0">
                <a:solidFill>
                  <a:srgbClr val="3331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pc="60" dirty="0">
                <a:solidFill>
                  <a:srgbClr val="3331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Developer</a:t>
            </a:r>
          </a:p>
        </p:txBody>
      </p:sp>
      <p:sp>
        <p:nvSpPr>
          <p:cNvPr id="50" name="TextBox 50"/>
          <p:cNvSpPr txBox="1"/>
          <p:nvPr/>
        </p:nvSpPr>
        <p:spPr>
          <a:xfrm rot="10800000" flipV="1">
            <a:off x="2743039" y="548443"/>
            <a:ext cx="3869425" cy="476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3200" b="1" spc="131" dirty="0">
                <a:latin typeface="Montserrat Bold"/>
                <a:ea typeface="Montserrat Bold"/>
                <a:cs typeface="Montserrat Bold"/>
                <a:sym typeface="Montserrat Bold"/>
              </a:rPr>
              <a:t>Daksh  Prajapati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72821" y="3691050"/>
            <a:ext cx="1320537" cy="17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29"/>
              </a:lnSpc>
            </a:pPr>
            <a:endParaRPr lang="en-US" sz="999" dirty="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172821" y="7554857"/>
            <a:ext cx="1320537" cy="17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29"/>
              </a:lnSpc>
            </a:pPr>
            <a:endParaRPr lang="en-US" sz="999" dirty="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63972" y="6591636"/>
            <a:ext cx="4029386" cy="15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59"/>
              </a:lnSpc>
            </a:pPr>
            <a:endParaRPr lang="en-US" sz="899" dirty="0">
              <a:solidFill>
                <a:srgbClr val="76767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3172821" y="6266921"/>
            <a:ext cx="1320537" cy="17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29"/>
              </a:lnSpc>
            </a:pPr>
            <a:endParaRPr lang="en-US" sz="999" dirty="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63972" y="7768321"/>
            <a:ext cx="1940605" cy="17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endParaRPr lang="en-US" sz="999" b="1" dirty="0">
              <a:solidFill>
                <a:srgbClr val="333132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2658297" y="9519152"/>
            <a:ext cx="1403364" cy="17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endParaRPr lang="en-US" sz="1100" b="1" spc="-2" dirty="0">
              <a:solidFill>
                <a:srgbClr val="4040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5A8CA2F7-81EC-9171-F173-140EE75A5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78" y="3040570"/>
            <a:ext cx="336082" cy="203310"/>
          </a:xfrm>
          <a:prstGeom prst="flowChartConnector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DBFF262A-C78C-D0EE-88D8-9BE3836E6A52}"/>
              </a:ext>
            </a:extLst>
          </p:cNvPr>
          <p:cNvSpPr txBox="1"/>
          <p:nvPr/>
        </p:nvSpPr>
        <p:spPr>
          <a:xfrm>
            <a:off x="656130" y="3021932"/>
            <a:ext cx="2894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Montserrat" panose="00000500000000000000" pitchFamily="2" charset="0"/>
              </a:rPr>
              <a:t>https://www.linkedin.com/in/daksh-prajapati-9652a3240</a:t>
            </a:r>
            <a:endParaRPr lang="en-US" dirty="0"/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64C240EC-BA40-9AA2-BB18-63035BA0D8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6" y="3307388"/>
            <a:ext cx="626948" cy="336591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5D7546C1-B73C-DA7C-F2ED-B5DC53DFF2B9}"/>
              </a:ext>
            </a:extLst>
          </p:cNvPr>
          <p:cNvSpPr txBox="1"/>
          <p:nvPr/>
        </p:nvSpPr>
        <p:spPr>
          <a:xfrm>
            <a:off x="644323" y="3351118"/>
            <a:ext cx="37827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Montserrat" panose="00000500000000000000" pitchFamily="2" charset="0"/>
              </a:rPr>
              <a:t>https://github.com/DAKSHBP3211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AE83238-44AB-E194-0784-1D51C00741D3}"/>
              </a:ext>
            </a:extLst>
          </p:cNvPr>
          <p:cNvCxnSpPr>
            <a:cxnSpLocks/>
          </p:cNvCxnSpPr>
          <p:nvPr/>
        </p:nvCxnSpPr>
        <p:spPr>
          <a:xfrm>
            <a:off x="3487728" y="1937103"/>
            <a:ext cx="0" cy="8756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B22DD89F-BDCD-2D46-4CF4-A5F996A7D1C3}"/>
              </a:ext>
            </a:extLst>
          </p:cNvPr>
          <p:cNvSpPr txBox="1"/>
          <p:nvPr/>
        </p:nvSpPr>
        <p:spPr>
          <a:xfrm>
            <a:off x="224326" y="6809553"/>
            <a:ext cx="3782728" cy="1646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Time Management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Creativity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Problem Solving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Adoptable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Team-Work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023EA5F-5232-FA5D-006B-5BFAF8E1274B}"/>
              </a:ext>
            </a:extLst>
          </p:cNvPr>
          <p:cNvSpPr txBox="1"/>
          <p:nvPr/>
        </p:nvSpPr>
        <p:spPr>
          <a:xfrm>
            <a:off x="3730218" y="4426788"/>
            <a:ext cx="3777916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spc="51" dirty="0">
                <a:solidFill>
                  <a:srgbClr val="3331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Skills</a:t>
            </a:r>
          </a:p>
        </p:txBody>
      </p:sp>
      <p:sp>
        <p:nvSpPr>
          <p:cNvPr id="164" name="AutoShape 19">
            <a:extLst>
              <a:ext uri="{FF2B5EF4-FFF2-40B4-BE49-F238E27FC236}">
                <a16:creationId xmlns:a16="http://schemas.microsoft.com/office/drawing/2014/main" id="{10F4F510-A6AA-6D7E-D37F-0F8D3694063E}"/>
              </a:ext>
            </a:extLst>
          </p:cNvPr>
          <p:cNvSpPr/>
          <p:nvPr/>
        </p:nvSpPr>
        <p:spPr>
          <a:xfrm>
            <a:off x="3778250" y="4726998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FA08F3D-7D12-EC26-CECB-22A58E8363E2}"/>
              </a:ext>
            </a:extLst>
          </p:cNvPr>
          <p:cNvSpPr txBox="1"/>
          <p:nvPr/>
        </p:nvSpPr>
        <p:spPr>
          <a:xfrm>
            <a:off x="3692500" y="4612236"/>
            <a:ext cx="1732332" cy="2288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HTML ( HTML5 )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CSS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ADVANCE CSS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TAILWIND</a:t>
            </a:r>
          </a:p>
          <a:p>
            <a:pPr marL="215899" lvl="1" indent="-107950" algn="l">
              <a:lnSpc>
                <a:spcPts val="2499"/>
              </a:lnSpc>
              <a:buFont typeface="Arial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WORDPRESS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7985FC8-C629-9607-BBD0-D3F913F9C868}"/>
              </a:ext>
            </a:extLst>
          </p:cNvPr>
          <p:cNvSpPr txBox="1"/>
          <p:nvPr/>
        </p:nvSpPr>
        <p:spPr>
          <a:xfrm>
            <a:off x="3612254" y="2261139"/>
            <a:ext cx="3039512" cy="19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49" lvl="1" algn="just">
              <a:lnSpc>
                <a:spcPts val="2499"/>
              </a:lnSpc>
            </a:pPr>
            <a:r>
              <a:rPr lang="en-US" sz="1000" dirty="0">
                <a:solidFill>
                  <a:srgbClr val="333132"/>
                </a:solidFill>
                <a:latin typeface="Montserrat"/>
                <a:ea typeface="Montserrat"/>
                <a:cs typeface="Montserrat"/>
                <a:sym typeface="Montserrat"/>
              </a:rPr>
              <a:t>   TO seek a position in an organization where I can grow my Technical Abilities &amp; knowledge to contribute to the grow of the organization simultaneously will help me to fulfill my career objectives in this rapidly changing filed</a:t>
            </a:r>
          </a:p>
        </p:txBody>
      </p:sp>
      <p:sp>
        <p:nvSpPr>
          <p:cNvPr id="171" name="AutoShape 21">
            <a:extLst>
              <a:ext uri="{FF2B5EF4-FFF2-40B4-BE49-F238E27FC236}">
                <a16:creationId xmlns:a16="http://schemas.microsoft.com/office/drawing/2014/main" id="{381C4521-B6B7-7AAF-E474-5D56377DD900}"/>
              </a:ext>
            </a:extLst>
          </p:cNvPr>
          <p:cNvSpPr/>
          <p:nvPr/>
        </p:nvSpPr>
        <p:spPr>
          <a:xfrm>
            <a:off x="432913" y="8820083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A220FC9-1F25-D1D2-F2C3-90DFF0883F3B}"/>
              </a:ext>
            </a:extLst>
          </p:cNvPr>
          <p:cNvSpPr txBox="1"/>
          <p:nvPr/>
        </p:nvSpPr>
        <p:spPr>
          <a:xfrm>
            <a:off x="-216579" y="8751968"/>
            <a:ext cx="3842429" cy="3249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r>
              <a:rPr lang="en-US" sz="980" dirty="0" err="1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Telecaller</a:t>
            </a: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 – Northstar Diagnostics Pvt. Ltd.</a:t>
            </a:r>
          </a:p>
          <a:p>
            <a:pPr marL="565149" lvl="2">
              <a:lnSpc>
                <a:spcPts val="2499"/>
              </a:lnSpc>
            </a:pP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      Aug-2024 – Nov. - 2024</a:t>
            </a: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132"/>
                </a:solidFill>
                <a:latin typeface="Montserrat "/>
                <a:ea typeface="Montserrat"/>
                <a:cs typeface="Montserrat"/>
                <a:sym typeface="Montserrat"/>
              </a:rPr>
              <a:t>Computer Operator </a:t>
            </a: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– Vardhman Health</a:t>
            </a:r>
          </a:p>
          <a:p>
            <a:pPr marL="565149" lvl="2">
              <a:lnSpc>
                <a:spcPts val="2499"/>
              </a:lnSpc>
            </a:pP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     </a:t>
            </a:r>
            <a:r>
              <a:rPr lang="en-US" sz="980" dirty="0" err="1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Specialities</a:t>
            </a: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 Pvt. Ltd. – Nov.-2024 – Mar. - 2025</a:t>
            </a: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333132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Telecaller</a:t>
            </a:r>
            <a:r>
              <a:rPr lang="en-US" sz="1000" dirty="0">
                <a:solidFill>
                  <a:srgbClr val="333132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 </a:t>
            </a: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- Ascendum KPS Pvt. Ltd. </a:t>
            </a:r>
          </a:p>
          <a:p>
            <a:pPr marL="565149" lvl="2">
              <a:lnSpc>
                <a:spcPts val="2499"/>
              </a:lnSpc>
            </a:pPr>
            <a:r>
              <a:rPr lang="en-US" sz="980" dirty="0">
                <a:solidFill>
                  <a:srgbClr val="333132"/>
                </a:solidFill>
                <a:latin typeface="Montserrat Medium" panose="00000600000000000000" pitchFamily="2" charset="0"/>
                <a:ea typeface="Montserrat"/>
                <a:cs typeface="Montserrat"/>
                <a:sym typeface="Montserrat"/>
              </a:rPr>
              <a:t>       Mar.-2025 - jun. – 2025</a:t>
            </a: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endParaRPr lang="en-US" sz="980" dirty="0">
              <a:solidFill>
                <a:srgbClr val="333132"/>
              </a:solidFill>
              <a:latin typeface="Montserrat Medium" panose="00000600000000000000" pitchFamily="2" charset="0"/>
              <a:ea typeface="Montserrat"/>
              <a:cs typeface="Montserrat"/>
              <a:sym typeface="Montserrat"/>
            </a:endParaRP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endParaRPr lang="en-US" sz="980" dirty="0">
              <a:solidFill>
                <a:srgbClr val="333132"/>
              </a:solidFill>
              <a:latin typeface="Montserrat Medium" panose="00000600000000000000" pitchFamily="2" charset="0"/>
              <a:ea typeface="Montserrat"/>
              <a:cs typeface="Montserrat"/>
              <a:sym typeface="Montserrat"/>
            </a:endParaRP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132"/>
              </a:solidFill>
              <a:latin typeface="Montserrat "/>
              <a:ea typeface="Montserrat"/>
              <a:cs typeface="Montserrat"/>
              <a:sym typeface="Montserrat"/>
            </a:endParaRPr>
          </a:p>
          <a:p>
            <a:pPr marL="736599" lvl="2" indent="-171450">
              <a:lnSpc>
                <a:spcPts val="2499"/>
              </a:lnSpc>
              <a:buFont typeface="Arial" panose="020B0604020202020204" pitchFamily="34" charset="0"/>
              <a:buChar char="•"/>
            </a:pPr>
            <a:endParaRPr lang="en-US" sz="980" dirty="0">
              <a:solidFill>
                <a:srgbClr val="333132"/>
              </a:solidFill>
              <a:latin typeface="Montserrat Medium" panose="000006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2889D2D-6E8A-7861-99E4-61F9BD22CE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2" y="306555"/>
            <a:ext cx="1422242" cy="1328556"/>
          </a:xfrm>
          <a:prstGeom prst="flowChartConnector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CBB742-CEC0-0698-AE92-24780C56D56A}"/>
              </a:ext>
            </a:extLst>
          </p:cNvPr>
          <p:cNvSpPr txBox="1"/>
          <p:nvPr/>
        </p:nvSpPr>
        <p:spPr>
          <a:xfrm>
            <a:off x="3778754" y="6898112"/>
            <a:ext cx="1353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 Bold" panose="00000800000000000000" charset="0"/>
              </a:rPr>
              <a:t>Certification</a:t>
            </a:r>
          </a:p>
        </p:txBody>
      </p:sp>
      <p:sp>
        <p:nvSpPr>
          <p:cNvPr id="4" name="AutoShape 19">
            <a:extLst>
              <a:ext uri="{FF2B5EF4-FFF2-40B4-BE49-F238E27FC236}">
                <a16:creationId xmlns:a16="http://schemas.microsoft.com/office/drawing/2014/main" id="{B6A38EDB-E513-2BFD-10B2-C402506A5F49}"/>
              </a:ext>
            </a:extLst>
          </p:cNvPr>
          <p:cNvSpPr/>
          <p:nvPr/>
        </p:nvSpPr>
        <p:spPr>
          <a:xfrm>
            <a:off x="3823206" y="7210951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0F5B0-CB58-9934-88D8-8A2E8A362FCF}"/>
              </a:ext>
            </a:extLst>
          </p:cNvPr>
          <p:cNvSpPr txBox="1"/>
          <p:nvPr/>
        </p:nvSpPr>
        <p:spPr>
          <a:xfrm>
            <a:off x="3849320" y="7391699"/>
            <a:ext cx="2481770" cy="55399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Montserrat" panose="00000500000000000000" pitchFamily="2" charset="0"/>
              </a:rPr>
              <a:t>Diploma in Website Designing And Development – </a:t>
            </a:r>
            <a:r>
              <a:rPr lang="en-US" sz="980" dirty="0">
                <a:latin typeface="Montserrat Medium" panose="00000600000000000000" pitchFamily="2" charset="0"/>
              </a:rPr>
              <a:t>Tops Technologies 2025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9F2C7-7D50-1148-3B89-B6F0AC982605}"/>
              </a:ext>
            </a:extLst>
          </p:cNvPr>
          <p:cNvSpPr txBox="1"/>
          <p:nvPr/>
        </p:nvSpPr>
        <p:spPr>
          <a:xfrm>
            <a:off x="3823206" y="8093885"/>
            <a:ext cx="957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 Bold" panose="00000800000000000000" charset="0"/>
              </a:rPr>
              <a:t>Projects</a:t>
            </a:r>
            <a:endParaRPr lang="en-US" dirty="0">
              <a:latin typeface="Montserrat Bold" panose="00000800000000000000" charset="0"/>
            </a:endParaRPr>
          </a:p>
        </p:txBody>
      </p:sp>
      <p:sp>
        <p:nvSpPr>
          <p:cNvPr id="29" name="AutoShape 19">
            <a:extLst>
              <a:ext uri="{FF2B5EF4-FFF2-40B4-BE49-F238E27FC236}">
                <a16:creationId xmlns:a16="http://schemas.microsoft.com/office/drawing/2014/main" id="{E6A2F942-473C-D902-4389-FE8CD35E2FFC}"/>
              </a:ext>
            </a:extLst>
          </p:cNvPr>
          <p:cNvSpPr/>
          <p:nvPr/>
        </p:nvSpPr>
        <p:spPr>
          <a:xfrm>
            <a:off x="3849320" y="8456414"/>
            <a:ext cx="2102774" cy="0"/>
          </a:xfrm>
          <a:prstGeom prst="line">
            <a:avLst/>
          </a:prstGeom>
          <a:ln w="9525" cap="flat">
            <a:solidFill>
              <a:srgbClr val="323B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2696A-FFA3-A565-6A5B-92A8C881299D}"/>
              </a:ext>
            </a:extLst>
          </p:cNvPr>
          <p:cNvSpPr txBox="1"/>
          <p:nvPr/>
        </p:nvSpPr>
        <p:spPr>
          <a:xfrm>
            <a:off x="3714065" y="8558992"/>
            <a:ext cx="2196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u="sng" dirty="0">
                <a:latin typeface="Montserrat Bold" panose="00000800000000000000" charset="0"/>
              </a:rPr>
              <a:t>Dream Pulse Business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091E72-8714-6140-C51D-0A085BCE558A}"/>
              </a:ext>
            </a:extLst>
          </p:cNvPr>
          <p:cNvSpPr txBox="1"/>
          <p:nvPr/>
        </p:nvSpPr>
        <p:spPr>
          <a:xfrm>
            <a:off x="3706882" y="9082370"/>
            <a:ext cx="381707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Dream Pulse Business is a business profile website . This is the web designing</a:t>
            </a:r>
          </a:p>
          <a:p>
            <a:r>
              <a:rPr lang="en-US" sz="900" dirty="0"/>
              <a:t>Project Using a Markup Languages like  HTML &amp; CSS . There is many sides in this website page like Introduction , About Us , Our Work , Our Clients and Registration form for visit the site .</a:t>
            </a:r>
          </a:p>
          <a:p>
            <a:endParaRPr lang="en-US" sz="900" dirty="0"/>
          </a:p>
          <a:p>
            <a:r>
              <a:rPr lang="en-US" sz="800" dirty="0">
                <a:latin typeface="Montserrat Bold" panose="00000800000000000000" charset="0"/>
              </a:rPr>
              <a:t>https://github.com/DAKSHBP3211/WD_10-ASSESSMENT.HTML5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248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Montserrat Medium</vt:lpstr>
      <vt:lpstr>Montserrat </vt:lpstr>
      <vt:lpstr>Montserrat Semi-Bold</vt:lpstr>
      <vt:lpstr>Calibri</vt:lpstr>
      <vt:lpstr>Montserrat Bold</vt:lpstr>
      <vt:lpstr>Arial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Minimalist CV Resume</dc:title>
  <cp:lastModifiedBy>Daksh Prajapati</cp:lastModifiedBy>
  <cp:revision>4</cp:revision>
  <dcterms:created xsi:type="dcterms:W3CDTF">2006-08-16T00:00:00Z</dcterms:created>
  <dcterms:modified xsi:type="dcterms:W3CDTF">2025-11-21T07:21:59Z</dcterms:modified>
  <dc:identifier>DAG4RBb1LVs</dc:identifier>
</cp:coreProperties>
</file>